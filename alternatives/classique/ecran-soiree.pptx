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2518B8B1-9F59-4BDE-B859-DF05D26C42B2}">
          <p14:sldIdLst>
            <p14:sldId id="256"/>
          </p14:sldIdLst>
        </p14:section>
        <p14:section name="Guests" id="{8220E410-8659-4F0A-8066-654C0435DA6C}">
          <p14:sldIdLst>
            <p14:sldId id="257"/>
            <p14:sldId id="258"/>
            <p14:sldId id="259"/>
          </p14:sldIdLst>
        </p14:section>
        <p14:section name="Clôture" id="{A100CC8E-59A6-474F-8A6E-BD88A9490030}">
          <p14:sldIdLst>
            <p14:sldId id="260"/>
          </p14:sldIdLst>
        </p14:section>
        <p14:section name="Secours (masqué)" id="{84E0BEAA-658B-4FD1-AF79-7B675DABA528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QUAND : dès l’ouverture du show, et pendant tous les mots de bienvenue (Genius N7), puis pendant l’intervention du représentant de l’AIn7. On ne change pas d’image pendant ces discours.</a:t>
            </a:r>
          </a:p>
          <a:p>
            <a:r>
              <a:t>Fond : fonds/fond-ouverture.jpg (fabriqué par outils/fonds.py : le G de Genius en dégradé or, avec un halo). PROPOSITION de base : Tristan (organisation) peut la reprendre à son goût.</a:t>
            </a:r>
          </a:p>
          <a:p>
            <a:r>
              <a:t>Logo AIn7 : celui du site ain7.com (225 px seulement) ; demander le fichier source à l’AIn7.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EMPLACEMENT DU DIAPORAMA DE TRISTAN VINCENT (guest 1), à recevoir.</a:t>
            </a:r>
          </a:p>
          <a:p>
            <a:r>
              <a:t>Retour de Tristan (organisation) : pas de fiche de présentation ni de « merci » ; on passe directement le diaporama du guest quand il monte sur scène.</a:t>
            </a:r>
          </a:p>
          <a:p>
            <a:r>
              <a:t>À FAIRE : coller ici les diapositives du guest, à la place de celle-ci. Dans Google Slides : menu Fichier, « Importer des diapositives », choisir son fichier, cocher « Conserver le thème d’origine ». Dans PowerPoint : Accueil, Nouvelle diapositive, « Réutiliser des diapositives ». Ainsi toute la soirée tient dans un seul fichier et la personne aux commandes n’a qu’à avancer avec la flèche.</a:t>
            </a:r>
          </a:p>
          <a:p>
            <a:r>
              <a:t>Si le diaporama n’arrive pas ou ne s’ouvre pas le soir même : garder cette diapositive, c’est l’écran neutre (supprimer seulement l’étiquette pointillée).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EMPLACEMENT DU DIAPORAMA DE THIBAUT LUCAS (guest 2), à recevoir.</a:t>
            </a:r>
          </a:p>
          <a:p>
            <a:r>
              <a:t>Retour de Tristan (organisation) : pas de fiche de présentation ni de « merci » ; on passe directement le diaporama du guest quand il monte sur scène.</a:t>
            </a:r>
          </a:p>
          <a:p>
            <a:r>
              <a:t>À FAIRE : coller ici les diapositives du guest, à la place de celle-ci. Dans Google Slides : menu Fichier, « Importer des diapositives », choisir son fichier, cocher « Conserver le thème d’origine ». Dans PowerPoint : Accueil, Nouvelle diapositive, « Réutiliser des diapositives ». Ainsi toute la soirée tient dans un seul fichier et la personne aux commandes n’a qu’à avancer avec la flèche.</a:t>
            </a:r>
          </a:p>
          <a:p>
            <a:r>
              <a:t>Si le diaporama n’arrive pas ou ne s’ouvre pas le soir même : garder cette diapositive, c’est l’écran neutre (supprimer seulement l’étiquette pointillée).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EMPLACEMENT DU DIAPORAMA DE SÉBASTIEN BONNET (guest 3), à recevoir.</a:t>
            </a:r>
          </a:p>
          <a:p>
            <a:r>
              <a:t>Retour de Tristan (organisation) : pas de fiche de présentation ni de « merci » ; on passe directement le diaporama du guest quand il monte sur scène.</a:t>
            </a:r>
          </a:p>
          <a:p>
            <a:r>
              <a:t>À FAIRE : coller ici les diapositives du guest, à la place de celle-ci. Dans Google Slides : menu Fichier, « Importer des diapositives », choisir son fichier, cocher « Conserver le thème d’origine ». Dans PowerPoint : Accueil, Nouvelle diapositive, « Réutiliser des diapositives ». Ainsi toute la soirée tient dans un seul fichier et la personne aux commandes n’a qu’à avancer avec la flèche.</a:t>
            </a:r>
          </a:p>
          <a:p>
            <a:r>
              <a:t>Si le diaporama n’arrive pas ou ne s’ouvre pas le soir même : garder cette diapositive, c’est l’écran neutre (supprimer seulement l’étiquette pointillée).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QUAND : en conclusion, pendant les mots de fin et les remerciements dits à l’oral.</a:t>
            </a:r>
          </a:p>
          <a:p>
            <a:r>
              <a:t>Retour de Tristan (organisation) : garder cet écran, sans les cartes blanches derrière les logos. Les logos sont donc posés directement sur le fond : ceux de l’école, de N7 Développement et de La Mêlée en blanc ; Genius et AIn7 gardent leur carré de couleur, qui fait partie du logo.</a:t>
            </a:r>
          </a:p>
          <a:p>
            <a:r>
              <a:t>Aucun partenaire n’est inventé : AIn7 co-organise ; l’ENSEEIHT accueille (amphi B00) ; La Mêlée accueille le networking (plaquette) ; N7 Développement (fonds de dotation de l’N7) est À CONFIRMER : le retirer s’il ne soutient pas la soirée. Sources des logos : ressources/visuels/collecte/SOURCES.md.</a:t>
            </a:r>
          </a:p>
          <a:p>
            <a:r>
              <a:t>Crédits TVn7 (captation) et CAn7 (lumière) : repris de l’ancien écran de fin, à valider ; les clubs écrivent eux-mêmes « TVn7 » et « CAn7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ÉCRAN NEUTRE DE SECOURS, masqué : à afficher en cas d’imprévu (micro, retard d’un guest, diaporama qui ne s’ouvre pas). Dans PowerPoint, pendant le diaporama : taper son numéro (6) puis Entrée. Dans Google Slides, une diapositive masquée est sautée pendant la présentation : le plus sûr est de la réafficher et de la placer là où on en a besoin, à tester pendant la répétition.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nd ouverture" descr="fond-ouver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ur-titre"/>
          <p:cNvSpPr txBox="1"/>
          <p:nvPr/>
        </p:nvSpPr>
        <p:spPr>
          <a:xfrm>
            <a:off x="612648" y="1417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400">
                <a:solidFill>
                  <a:srgbClr val="D3B25B"/>
                </a:solidFill>
              </a:rPr>
              <a:t>GENIUS N7  ×  AIn7</a:t>
            </a:r>
          </a:p>
        </p:txBody>
      </p:sp>
      <p:sp>
        <p:nvSpPr>
          <p:cNvPr id="4" name="Titre"/>
          <p:cNvSpPr txBox="1"/>
          <p:nvPr/>
        </p:nvSpPr>
        <p:spPr>
          <a:xfrm>
            <a:off x="566928" y="182880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F4F0E7"/>
                </a:solidFill>
              </a:rPr>
              <a:t>BIENVENUE</a:t>
            </a:r>
          </a:p>
        </p:txBody>
      </p:sp>
      <p:cxnSp>
        <p:nvCxnSpPr>
          <p:cNvPr id="5" name="Filet doré"/>
          <p:cNvCxnSpPr/>
          <p:nvPr/>
        </p:nvCxnSpPr>
        <p:spPr>
          <a:xfrm>
            <a:off x="612648" y="3310128"/>
            <a:ext cx="749808" cy="0"/>
          </a:xfrm>
          <a:prstGeom prst="line">
            <a:avLst/>
          </a:prstGeom>
          <a:ln w="19050">
            <a:solidFill>
              <a:srgbClr val="D3B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ous-titre"/>
          <p:cNvSpPr txBox="1"/>
          <p:nvPr/>
        </p:nvSpPr>
        <p:spPr>
          <a:xfrm>
            <a:off x="612648" y="356616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spc="300">
                <a:solidFill>
                  <a:srgbClr val="D3B25B"/>
                </a:solidFill>
              </a:rPr>
              <a:t>SOIRÉE ENTREPRENEURIAT</a:t>
            </a:r>
          </a:p>
        </p:txBody>
      </p:sp>
      <p:sp>
        <p:nvSpPr>
          <p:cNvPr id="7" name="Accroche"/>
          <p:cNvSpPr txBox="1"/>
          <p:nvPr/>
        </p:nvSpPr>
        <p:spPr>
          <a:xfrm>
            <a:off x="612648" y="406908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A8A8A8"/>
                </a:solidFill>
              </a:rPr>
              <a:t>Trois parcours, trois façons d’entreprendre.</a:t>
            </a:r>
          </a:p>
        </p:txBody>
      </p:sp>
      <p:pic>
        <p:nvPicPr>
          <p:cNvPr id="8" name="Logo Genius (G)" descr="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5074920"/>
            <a:ext cx="566928" cy="566928"/>
          </a:xfrm>
          <a:prstGeom prst="rect">
            <a:avLst/>
          </a:prstGeom>
        </p:spPr>
      </p:pic>
      <p:sp>
        <p:nvSpPr>
          <p:cNvPr id="9" name="Croix"/>
          <p:cNvSpPr txBox="1"/>
          <p:nvPr/>
        </p:nvSpPr>
        <p:spPr>
          <a:xfrm>
            <a:off x="1225295" y="5074920"/>
            <a:ext cx="411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D3B25B"/>
                </a:solidFill>
              </a:rPr>
              <a:t>×</a:t>
            </a:r>
          </a:p>
        </p:txBody>
      </p:sp>
      <p:pic>
        <p:nvPicPr>
          <p:cNvPr id="10" name="Logo AIn7" descr="ain7-recad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7626" y="5074920"/>
            <a:ext cx="556666" cy="566928"/>
          </a:xfrm>
          <a:prstGeom prst="rect">
            <a:avLst/>
          </a:prstGeom>
        </p:spPr>
      </p:pic>
      <p:sp>
        <p:nvSpPr>
          <p:cNvPr id="11" name="Date et lieu"/>
          <p:cNvSpPr txBox="1"/>
          <p:nvPr/>
        </p:nvSpPr>
        <p:spPr>
          <a:xfrm>
            <a:off x="612648" y="59436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8D8D8D"/>
                </a:solidFill>
              </a:rPr>
              <a:t>JEUDI 26 NOVEMBRE 2026  ·  AMPHI B00  ·  ENSEEIHT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Écran neutre" descr="fond-neut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Mention"/>
          <p:cNvSpPr txBox="1"/>
          <p:nvPr/>
        </p:nvSpPr>
        <p:spPr>
          <a:xfrm>
            <a:off x="0" y="5870448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spc="400">
                <a:solidFill>
                  <a:srgbClr val="D3B25B"/>
                </a:solidFill>
              </a:rPr>
              <a:t>SOIRÉE ENTREPRENEURIAT</a:t>
            </a:r>
          </a:p>
        </p:txBody>
      </p:sp>
      <p:sp>
        <p:nvSpPr>
          <p:cNvPr id="4" name="A_SUPPRIMER_etiquette"/>
          <p:cNvSpPr/>
          <p:nvPr/>
        </p:nvSpPr>
        <p:spPr>
          <a:xfrm>
            <a:off x="566928" y="502920"/>
            <a:ext cx="4937760" cy="310896"/>
          </a:xfrm>
          <a:prstGeom prst="rect">
            <a:avLst/>
          </a:prstGeom>
          <a:solidFill>
            <a:srgbClr val="2A2414"/>
          </a:solidFill>
          <a:ln w="12700">
            <a:solidFill>
              <a:srgbClr val="D3B2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>
                <a:solidFill>
                  <a:srgbClr val="D3B25B"/>
                </a:solidFill>
              </a:rPr>
              <a:t>À REMPLACER · diaporama de Tristan Vincent (guest)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Écran neutre" descr="fond-neut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Mention"/>
          <p:cNvSpPr txBox="1"/>
          <p:nvPr/>
        </p:nvSpPr>
        <p:spPr>
          <a:xfrm>
            <a:off x="0" y="5870448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spc="400">
                <a:solidFill>
                  <a:srgbClr val="D3B25B"/>
                </a:solidFill>
              </a:rPr>
              <a:t>SOIRÉE ENTREPRENEURIAT</a:t>
            </a:r>
          </a:p>
        </p:txBody>
      </p:sp>
      <p:sp>
        <p:nvSpPr>
          <p:cNvPr id="4" name="A_SUPPRIMER_etiquette"/>
          <p:cNvSpPr/>
          <p:nvPr/>
        </p:nvSpPr>
        <p:spPr>
          <a:xfrm>
            <a:off x="566928" y="502920"/>
            <a:ext cx="4937760" cy="310896"/>
          </a:xfrm>
          <a:prstGeom prst="rect">
            <a:avLst/>
          </a:prstGeom>
          <a:solidFill>
            <a:srgbClr val="2A2414"/>
          </a:solidFill>
          <a:ln w="12700">
            <a:solidFill>
              <a:srgbClr val="D3B2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>
                <a:solidFill>
                  <a:srgbClr val="D3B25B"/>
                </a:solidFill>
              </a:rPr>
              <a:t>À REMPLACER · diaporama de Thibaut Lucas (guest)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Écran neutre" descr="fond-neut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Mention"/>
          <p:cNvSpPr txBox="1"/>
          <p:nvPr/>
        </p:nvSpPr>
        <p:spPr>
          <a:xfrm>
            <a:off x="0" y="5870448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spc="400">
                <a:solidFill>
                  <a:srgbClr val="D3B25B"/>
                </a:solidFill>
              </a:rPr>
              <a:t>SOIRÉE ENTREPRENEURIAT</a:t>
            </a:r>
          </a:p>
        </p:txBody>
      </p:sp>
      <p:sp>
        <p:nvSpPr>
          <p:cNvPr id="4" name="A_SUPPRIMER_etiquette"/>
          <p:cNvSpPr/>
          <p:nvPr/>
        </p:nvSpPr>
        <p:spPr>
          <a:xfrm>
            <a:off x="566928" y="502920"/>
            <a:ext cx="4937760" cy="310896"/>
          </a:xfrm>
          <a:prstGeom prst="rect">
            <a:avLst/>
          </a:prstGeom>
          <a:solidFill>
            <a:srgbClr val="2A2414"/>
          </a:solidFill>
          <a:ln w="12700">
            <a:solidFill>
              <a:srgbClr val="D3B2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>
                <a:solidFill>
                  <a:srgbClr val="D3B25B"/>
                </a:solidFill>
              </a:rPr>
              <a:t>À REMPLACER · diaporama de Sébastien Bonnet (guest)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r-titre"/>
          <p:cNvSpPr txBox="1"/>
          <p:nvPr/>
        </p:nvSpPr>
        <p:spPr>
          <a:xfrm>
            <a:off x="566928" y="475488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D3B25B"/>
                </a:solidFill>
              </a:rPr>
              <a:t>PARTENAIRES</a:t>
            </a:r>
          </a:p>
        </p:txBody>
      </p:sp>
      <p:cxnSp>
        <p:nvCxnSpPr>
          <p:cNvPr id="3" name="Filet pied de page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ied gauche"/>
          <p:cNvSpPr txBox="1"/>
          <p:nvPr/>
        </p:nvSpPr>
        <p:spPr>
          <a:xfrm>
            <a:off x="548640" y="650138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50">
                <a:solidFill>
                  <a:srgbClr val="D3B25B"/>
                </a:solidFill>
              </a:rPr>
              <a:t>GENIUS N7</a:t>
            </a:r>
          </a:p>
        </p:txBody>
      </p:sp>
      <p:sp>
        <p:nvSpPr>
          <p:cNvPr id="5" name="Pied droit"/>
          <p:cNvSpPr txBox="1"/>
          <p:nvPr/>
        </p:nvSpPr>
        <p:spPr>
          <a:xfrm>
            <a:off x="7985455" y="650138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150">
                <a:solidFill>
                  <a:srgbClr val="8D8D8D"/>
                </a:solidFill>
              </a:rPr>
              <a:t>ENSEEIHT · TOULOUSE</a:t>
            </a:r>
          </a:p>
        </p:txBody>
      </p:sp>
      <p:sp>
        <p:nvSpPr>
          <p:cNvPr id="6" name="Titre"/>
          <p:cNvSpPr txBox="1"/>
          <p:nvPr/>
        </p:nvSpPr>
        <p:spPr>
          <a:xfrm>
            <a:off x="566928" y="10972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4F0E7"/>
                </a:solidFill>
              </a:rPr>
              <a:t>Ils rendent cette soirée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402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200">
                <a:solidFill>
                  <a:srgbClr val="D3B25B"/>
                </a:solidFill>
              </a:rPr>
              <a:t>ORGANISÉ PAR</a:t>
            </a:r>
          </a:p>
        </p:txBody>
      </p:sp>
      <p:pic>
        <p:nvPicPr>
          <p:cNvPr id="8" name="Logo Genius (G)" descr="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43200"/>
            <a:ext cx="1188720" cy="1188720"/>
          </a:xfrm>
          <a:prstGeom prst="rect">
            <a:avLst/>
          </a:prstGeom>
        </p:spPr>
      </p:pic>
      <p:pic>
        <p:nvPicPr>
          <p:cNvPr id="9" name="Logo AIn7" descr="ain7-recad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6445" y="2743200"/>
            <a:ext cx="1167204" cy="1188720"/>
          </a:xfrm>
          <a:prstGeom prst="rect">
            <a:avLst/>
          </a:prstGeom>
        </p:spPr>
      </p:pic>
      <p:cxnSp>
        <p:nvCxnSpPr>
          <p:cNvPr id="10" name="Séparateur"/>
          <p:cNvCxnSpPr/>
          <p:nvPr/>
        </p:nvCxnSpPr>
        <p:spPr>
          <a:xfrm>
            <a:off x="3977639" y="2697480"/>
            <a:ext cx="0" cy="164592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34840" y="2240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200">
                <a:solidFill>
                  <a:srgbClr val="D3B25B"/>
                </a:solidFill>
              </a:rPr>
              <a:t>AVEC</a:t>
            </a:r>
          </a:p>
        </p:txBody>
      </p:sp>
      <p:pic>
        <p:nvPicPr>
          <p:cNvPr id="12" name="Logo Toulouse INP-ENSEEIHT" descr="toulouse-inp-n7-bla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1189" y="2971800"/>
            <a:ext cx="2016140" cy="731520"/>
          </a:xfrm>
          <a:prstGeom prst="rect">
            <a:avLst/>
          </a:prstGeom>
        </p:spPr>
      </p:pic>
      <p:sp>
        <p:nvSpPr>
          <p:cNvPr id="13" name="Légende Toulouse INP-ENSEEIHT"/>
          <p:cNvSpPr txBox="1"/>
          <p:nvPr/>
        </p:nvSpPr>
        <p:spPr>
          <a:xfrm>
            <a:off x="4434840" y="411480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A8A8A8"/>
                </a:solidFill>
              </a:rPr>
              <a:t>Accueil · amphi B00</a:t>
            </a:r>
          </a:p>
        </p:txBody>
      </p:sp>
      <p:pic>
        <p:nvPicPr>
          <p:cNvPr id="14" name="Logo N7 Développement" descr="n7-developpement-bla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6042" y="2857500"/>
            <a:ext cx="1552754" cy="960120"/>
          </a:xfrm>
          <a:prstGeom prst="rect">
            <a:avLst/>
          </a:prstGeom>
        </p:spPr>
      </p:pic>
      <p:sp>
        <p:nvSpPr>
          <p:cNvPr id="15" name="Légende N7 Développement"/>
          <p:cNvSpPr txBox="1"/>
          <p:nvPr/>
        </p:nvSpPr>
        <p:spPr>
          <a:xfrm>
            <a:off x="6858000" y="411480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A8A8A8"/>
                </a:solidFill>
              </a:rPr>
              <a:t>Soutien</a:t>
            </a:r>
          </a:p>
        </p:txBody>
      </p:sp>
      <p:pic>
        <p:nvPicPr>
          <p:cNvPr id="16" name="Logo La Mêlée" descr="la-melee-bla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6165" y="2743200"/>
            <a:ext cx="1598828" cy="1188720"/>
          </a:xfrm>
          <a:prstGeom prst="rect">
            <a:avLst/>
          </a:prstGeom>
        </p:spPr>
      </p:pic>
      <p:sp>
        <p:nvSpPr>
          <p:cNvPr id="17" name="Légende La Mêlée"/>
          <p:cNvSpPr txBox="1"/>
          <p:nvPr/>
        </p:nvSpPr>
        <p:spPr>
          <a:xfrm>
            <a:off x="9281159" y="411480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A8A8A8"/>
                </a:solidFill>
              </a:rPr>
              <a:t>Networking</a:t>
            </a:r>
          </a:p>
        </p:txBody>
      </p:sp>
      <p:sp>
        <p:nvSpPr>
          <p:cNvPr id="18" name="A_SUPPRIMER_etiquette"/>
          <p:cNvSpPr/>
          <p:nvPr/>
        </p:nvSpPr>
        <p:spPr>
          <a:xfrm>
            <a:off x="6858000" y="4526280"/>
            <a:ext cx="2148840" cy="310896"/>
          </a:xfrm>
          <a:prstGeom prst="rect">
            <a:avLst/>
          </a:prstGeom>
          <a:solidFill>
            <a:srgbClr val="2A2414"/>
          </a:solidFill>
          <a:ln w="12700">
            <a:solidFill>
              <a:srgbClr val="D3B2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>
                <a:solidFill>
                  <a:srgbClr val="D3B25B"/>
                </a:solidFill>
              </a:rPr>
              <a:t>À CONFIRMER · soutien N7 Dév.</a:t>
            </a:r>
          </a:p>
        </p:txBody>
      </p:sp>
      <p:cxnSp>
        <p:nvCxnSpPr>
          <p:cNvPr id="19" name="Filet crédits"/>
          <p:cNvCxnSpPr/>
          <p:nvPr/>
        </p:nvCxnSpPr>
        <p:spPr>
          <a:xfrm>
            <a:off x="566928" y="5257800"/>
            <a:ext cx="11057839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rédits"/>
          <p:cNvSpPr txBox="1"/>
          <p:nvPr/>
        </p:nvSpPr>
        <p:spPr>
          <a:xfrm>
            <a:off x="566928" y="5486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A8A8A8"/>
                </a:solidFill>
              </a:rPr>
              <a:t>Captation vidéo : TVn7  ·  Lumière : CAn7</a:t>
            </a:r>
          </a:p>
        </p:txBody>
      </p:sp>
      <p:pic>
        <p:nvPicPr>
          <p:cNvPr id="21" name="Logo TVn7" descr="tvn7-recad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7227" y="5422392"/>
            <a:ext cx="583401" cy="502920"/>
          </a:xfrm>
          <a:prstGeom prst="rect">
            <a:avLst/>
          </a:prstGeom>
        </p:spPr>
      </p:pic>
      <p:pic>
        <p:nvPicPr>
          <p:cNvPr id="22" name="Logo CAn7" descr="can7-blanc-recad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5686" y="5422392"/>
            <a:ext cx="841003" cy="502920"/>
          </a:xfrm>
          <a:prstGeom prst="rect">
            <a:avLst/>
          </a:prstGeom>
        </p:spPr>
      </p:pic>
      <p:sp>
        <p:nvSpPr>
          <p:cNvPr id="23" name="A_SUPPRIMER_etiquette"/>
          <p:cNvSpPr/>
          <p:nvPr/>
        </p:nvSpPr>
        <p:spPr>
          <a:xfrm>
            <a:off x="6784848" y="5513832"/>
            <a:ext cx="2926080" cy="310896"/>
          </a:xfrm>
          <a:prstGeom prst="rect">
            <a:avLst/>
          </a:prstGeom>
          <a:solidFill>
            <a:srgbClr val="2A2414"/>
          </a:solidFill>
          <a:ln w="12700">
            <a:solidFill>
              <a:srgbClr val="D3B2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>
                <a:solidFill>
                  <a:srgbClr val="D3B25B"/>
                </a:solidFill>
              </a:rPr>
              <a:t>À VALIDER · crédits techniques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Écran neutre" descr="fond-neut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Mention"/>
          <p:cNvSpPr txBox="1"/>
          <p:nvPr/>
        </p:nvSpPr>
        <p:spPr>
          <a:xfrm>
            <a:off x="0" y="5870448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spc="400">
                <a:solidFill>
                  <a:srgbClr val="D3B25B"/>
                </a:solidFill>
              </a:rPr>
              <a:t>SOIRÉE ENTREPRENEURIAT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ius N7 - Soiree entrepreneuriat">
  <a:themeElements>
    <a:clrScheme name="Genius N7">
      <a:dk1>
        <a:srgbClr val="0B0B0B"/>
      </a:dk1>
      <a:lt1>
        <a:srgbClr val="F4F0E7"/>
      </a:lt1>
      <a:dk2>
        <a:srgbClr val="171717"/>
      </a:dk2>
      <a:lt2>
        <a:srgbClr val="F2F0E8"/>
      </a:lt2>
      <a:accent1>
        <a:srgbClr val="D3B25B"/>
      </a:accent1>
      <a:accent2>
        <a:srgbClr val="B8A46A"/>
      </a:accent2>
      <a:accent3>
        <a:srgbClr val="A8A8A8"/>
      </a:accent3>
      <a:accent4>
        <a:srgbClr val="333333"/>
      </a:accent4>
      <a:accent5>
        <a:srgbClr val="C9A84C"/>
      </a:accent5>
      <a:accent6>
        <a:srgbClr val="8D8D8D"/>
      </a:accent6>
      <a:hlink>
        <a:srgbClr val="D3B25B"/>
      </a:hlink>
      <a:folHlink>
        <a:srgbClr val="B8A46A"/>
      </a:folHlink>
    </a:clrScheme>
    <a:fontScheme name="Genius N7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Écran de scène — Soirée entrepreneuriat Genius N7 (26/11/2026)</dc:title>
  <dc:subject/>
  <dc:creator>Genius N7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